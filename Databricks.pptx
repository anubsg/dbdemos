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6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A7F92-AB2C-4036-96FF-6F9D39A39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08ABB-912F-4903-A22C-D801D15C0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D4694-0972-40BF-B0D5-593BA8621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7D718-6A3D-4488-8FCB-C0B70711C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A9BE4-775C-4D48-A4C5-1B82F05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63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A1F4C-E6B1-470D-9CD6-EA1297B6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8326B-F2B6-49BF-942D-CA0A17D7E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618F6-3E77-4DA8-BDA7-12798EC62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55176-B36E-48C4-A7AB-8E459368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4BABD-0400-4E63-BC4C-DCC995A1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327B-96E0-4107-AF43-BECE9DABA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AB6FF-1603-4E24-A555-D08684CA9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4C97A-B35C-4D30-AD83-B1F2273A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EB88D-FF37-498C-B9BF-15F2C485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AE20A-30F2-4628-86C4-0387E464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0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92C1-6C41-4F46-B993-413B2C91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EEF14-9032-41A3-813C-278322AB53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50D3E-6C45-45CE-96B1-31DBA9A8D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B5117-B0F9-45E2-A836-6A99E7F6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B003F-EC44-429D-B4A3-BEAC83E79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678EB-40E2-4937-AE17-B0525FC7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1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7603-1281-4F99-B206-F6146EE90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E7310-61EE-48E6-A551-A59E34FB3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B5148-D723-4AF3-AB36-A78A624D3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F17CD5-F52C-42CA-AF3A-A687CD2FD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72811-D2F7-4015-A64F-B51E1DE4F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E42CA0-2CD3-4C11-B8F6-A2E0AD38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EF5399-86B0-449F-9FEA-8681B4EFD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B36407-DC3A-41E8-869A-9AE040D4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98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9F4D-9901-4CEE-A3F4-A850638E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727A4-3E14-4B5F-B81E-251F60E0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6ECE7-A6CA-41B7-94ED-7AA97072B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35A09-D2EC-4E7F-93E2-95109F47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01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CA15CE-E954-4587-BF64-3CEFF1031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DA2C78-93E0-4710-B42F-9AF649D9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04BF9-4345-4026-A94E-A0680F65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0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F0B3-3C21-4265-9A12-2B95B92C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B6DCB-81BF-4947-86F8-530E3A19A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5DC9C-6EB4-4DBD-B3F1-1EEF0AC2F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2CD8E-1F64-459D-AC6D-6A00D028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AC5ED-8A65-425C-B124-28FC4CF3A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A92EA-4A03-468B-B91B-74023F37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2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E437-3C0E-454B-B883-7111804D8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FA1443-9DB1-4B76-9E7F-78EE9D989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B1AEE-0986-42B3-9AC5-8A04D19D1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6C6CE-DC5A-4C66-936A-6ED3C6AD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672E5-AB68-473F-88D1-E9DB12DE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B0F9E-5147-4670-BB32-9D079049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272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BCCE-E07E-4E12-B05D-4E0CBD5C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708E4-76D6-4B23-A908-0F835E748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AE9D7-05F0-4A0D-9C4D-07BEF587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23FA3-00F4-466A-8DA1-9DA8BEC0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481B9-9883-4A28-803C-C3EFEFF9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57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E244C1-17B6-4654-BAE2-3CA601668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D58D3B-8303-4E93-845E-56505E3B4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8ABCE-9C32-40AA-AD9E-248918F6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6D3F2-C552-4F9A-B7BC-686AB61A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EBB64-CCEB-48F9-B2E5-0C182183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5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64A1C-8191-4D7B-AE99-8941F873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8D51E-6806-46C0-BB6F-8CF6AEBEF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682FD-1F9D-4A64-957E-4809C01F8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65A25-BC4C-4F3D-A0F6-A26DADCE4EA2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2E165-38E5-4A52-A52F-472EB2F148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98BEA-CDA8-4DCC-AE4E-7F6EA6879E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CC44F-9509-4966-AAFB-543D7648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4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A22E-A744-49E7-B1A9-8B36DAA6C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Databricks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5973D-5842-4EEC-839C-079664C53E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Activity Based Segmentation</a:t>
            </a:r>
          </a:p>
        </p:txBody>
      </p:sp>
    </p:spTree>
    <p:extLst>
      <p:ext uri="{BB962C8B-B14F-4D97-AF65-F5344CB8AC3E}">
        <p14:creationId xmlns:p14="http://schemas.microsoft.com/office/powerpoint/2010/main" val="902213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D5B-23D1-45A7-B0F7-4D2AB798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FDE1-0B51-4449-AA55-F3AA373F0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Customer Segmentation is done based on SCI , EBBS Source segment – Retail, Business Banking, Corporate and Sub Segment based on Product Category.</a:t>
            </a:r>
          </a:p>
          <a:p>
            <a:r>
              <a:rPr lang="en-US" dirty="0"/>
              <a:t>For Individual Customer segment broadly categorized into  Personal Banking, Premium Banking, Priority Banking.</a:t>
            </a:r>
          </a:p>
          <a:p>
            <a:r>
              <a:rPr lang="en-US" dirty="0"/>
              <a:t>Hence proposed solution will look for customer activity based segmentation.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64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5BA3-38C1-458C-AFEE-D3644D06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B6D6F1-63BC-4E23-BD62-8C111F5B13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9439338"/>
              </p:ext>
            </p:extLst>
          </p:nvPr>
        </p:nvGraphicFramePr>
        <p:xfrm>
          <a:off x="838200" y="1825625"/>
          <a:ext cx="10515595" cy="2249805"/>
        </p:xfrm>
        <a:graphic>
          <a:graphicData uri="http://schemas.openxmlformats.org/drawingml/2006/table">
            <a:tbl>
              <a:tblPr/>
              <a:tblGrid>
                <a:gridCol w="721843">
                  <a:extLst>
                    <a:ext uri="{9D8B030D-6E8A-4147-A177-3AD203B41FA5}">
                      <a16:colId xmlns:a16="http://schemas.microsoft.com/office/drawing/2014/main" val="2483348152"/>
                    </a:ext>
                  </a:extLst>
                </a:gridCol>
                <a:gridCol w="1218110">
                  <a:extLst>
                    <a:ext uri="{9D8B030D-6E8A-4147-A177-3AD203B41FA5}">
                      <a16:colId xmlns:a16="http://schemas.microsoft.com/office/drawing/2014/main" val="613002418"/>
                    </a:ext>
                  </a:extLst>
                </a:gridCol>
                <a:gridCol w="797034">
                  <a:extLst>
                    <a:ext uri="{9D8B030D-6E8A-4147-A177-3AD203B41FA5}">
                      <a16:colId xmlns:a16="http://schemas.microsoft.com/office/drawing/2014/main" val="3102845227"/>
                    </a:ext>
                  </a:extLst>
                </a:gridCol>
                <a:gridCol w="1157956">
                  <a:extLst>
                    <a:ext uri="{9D8B030D-6E8A-4147-A177-3AD203B41FA5}">
                      <a16:colId xmlns:a16="http://schemas.microsoft.com/office/drawing/2014/main" val="4289048526"/>
                    </a:ext>
                  </a:extLst>
                </a:gridCol>
                <a:gridCol w="1308340">
                  <a:extLst>
                    <a:ext uri="{9D8B030D-6E8A-4147-A177-3AD203B41FA5}">
                      <a16:colId xmlns:a16="http://schemas.microsoft.com/office/drawing/2014/main" val="3713260486"/>
                    </a:ext>
                  </a:extLst>
                </a:gridCol>
                <a:gridCol w="1308340">
                  <a:extLst>
                    <a:ext uri="{9D8B030D-6E8A-4147-A177-3AD203B41FA5}">
                      <a16:colId xmlns:a16="http://schemas.microsoft.com/office/drawing/2014/main" val="344252029"/>
                    </a:ext>
                  </a:extLst>
                </a:gridCol>
                <a:gridCol w="1112841">
                  <a:extLst>
                    <a:ext uri="{9D8B030D-6E8A-4147-A177-3AD203B41FA5}">
                      <a16:colId xmlns:a16="http://schemas.microsoft.com/office/drawing/2014/main" val="2810030992"/>
                    </a:ext>
                  </a:extLst>
                </a:gridCol>
                <a:gridCol w="1323378">
                  <a:extLst>
                    <a:ext uri="{9D8B030D-6E8A-4147-A177-3AD203B41FA5}">
                      <a16:colId xmlns:a16="http://schemas.microsoft.com/office/drawing/2014/main" val="1936067584"/>
                    </a:ext>
                  </a:extLst>
                </a:gridCol>
                <a:gridCol w="1567753">
                  <a:extLst>
                    <a:ext uri="{9D8B030D-6E8A-4147-A177-3AD203B41FA5}">
                      <a16:colId xmlns:a16="http://schemas.microsoft.com/office/drawing/2014/main" val="152605894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 err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CustomerDOB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CustGender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CustLocation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CustAccountBalance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TransactionDate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TransactionTime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TransactionAmounts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1889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C5841053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10/1/1994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JAMSHEDPUR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17819.05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2/8/2016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143207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50950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C2142763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4/4/1957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JHAJJAR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2270.69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2/8/2016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141858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2649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C4417068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26/11/96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17874.44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2/8/2016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142712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96223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C5342380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14/9/73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866503.21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2/8/2016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142714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7302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C9031234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24/3/88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NAVI 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6714.43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2/8/2016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181156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1762.5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704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C1536588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8/10/1972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ITANAGAR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53609.2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2/8/2016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173940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8932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C7126560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26/1/92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973.46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2/8/2016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173806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96037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C1220223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27/1/82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95075.54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2/8/2016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170537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685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C8536061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19/4/88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GURGAON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14906.96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2/8/2016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192825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0681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C6638934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22/6/84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4279.22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2/8/2016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192446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289.11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7729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10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B2AFC-773D-42DC-A2C3-3581CE10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4F06DA-BD91-44DA-938F-76BD7F8D3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888" y="1948370"/>
            <a:ext cx="8764223" cy="4105848"/>
          </a:xfrm>
        </p:spPr>
      </p:pic>
    </p:spTree>
    <p:extLst>
      <p:ext uri="{BB962C8B-B14F-4D97-AF65-F5344CB8AC3E}">
        <p14:creationId xmlns:p14="http://schemas.microsoft.com/office/powerpoint/2010/main" val="302129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2AB5-F504-4842-8807-E8DC5037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22FB50-7A10-4FE1-A909-6EEE92FCC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6550" y="1825625"/>
            <a:ext cx="5638899" cy="4351338"/>
          </a:xfrm>
        </p:spPr>
      </p:pic>
    </p:spTree>
    <p:extLst>
      <p:ext uri="{BB962C8B-B14F-4D97-AF65-F5344CB8AC3E}">
        <p14:creationId xmlns:p14="http://schemas.microsoft.com/office/powerpoint/2010/main" val="1893830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EF3B-B10D-4096-AA7E-51332AC6B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78C3B0-5C08-4856-9B29-E452C1D7C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9022" y="3029608"/>
            <a:ext cx="5953956" cy="1943371"/>
          </a:xfrm>
        </p:spPr>
      </p:pic>
    </p:spTree>
    <p:extLst>
      <p:ext uri="{BB962C8B-B14F-4D97-AF65-F5344CB8AC3E}">
        <p14:creationId xmlns:p14="http://schemas.microsoft.com/office/powerpoint/2010/main" val="2627245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161</Words>
  <Application>Microsoft Office PowerPoint</Application>
  <PresentationFormat>Widescreen</PresentationFormat>
  <Paragraphs>106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Databricks</vt:lpstr>
      <vt:lpstr>Problem Statements</vt:lpstr>
      <vt:lpstr>Dataset</vt:lpstr>
      <vt:lpstr>PowerPoint Presentation</vt:lpstr>
      <vt:lpstr>PowerPoint Presentation</vt:lpstr>
      <vt:lpstr>Outcome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</dc:title>
  <dc:creator>Admin</dc:creator>
  <cp:lastModifiedBy>Admin</cp:lastModifiedBy>
  <cp:revision>4</cp:revision>
  <dcterms:created xsi:type="dcterms:W3CDTF">2026-02-11T06:58:39Z</dcterms:created>
  <dcterms:modified xsi:type="dcterms:W3CDTF">2026-02-11T07:43:31Z</dcterms:modified>
</cp:coreProperties>
</file>